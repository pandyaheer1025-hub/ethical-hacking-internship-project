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Netsparker Vulnerability Assessment Report</a:t>
            </a:r>
          </a:p>
          <a:p>
            <a:r>
              <a:t>Submitted by: Heer Pandya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Perform vulnerability scan using Netsparker</a:t>
            </a:r>
          </a:p>
          <a:p>
            <a:r>
              <a:t>• Compare actual tool report with submitted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Target Application: &lt;Your URL&gt;</a:t>
            </a:r>
          </a:p>
          <a:p>
            <a:r>
              <a:t>• Scan Type: Authenticated / Unauthenticated</a:t>
            </a:r>
          </a:p>
          <a:p>
            <a:r>
              <a:t>•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Netsparker Scan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Netsparker-generated summary screenshot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screenshot of critical findings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screenshot of high severity findings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Medium &amp; Low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screenshot of medium/low severity findings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Written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Explanation of findings, impact, and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Difference between Netsparker report and manual understanding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posture summary and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